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Raleway"/>
      <p:regular r:id="rId7"/>
      <p:bold r:id="rId8"/>
      <p:italic r:id="rId9"/>
      <p:boldItalic r:id="rId10"/>
    </p:embeddedFont>
    <p:embeddedFont>
      <p:font typeface="Bebas Neue"/>
      <p:regular r:id="rId11"/>
    </p:embeddedFont>
    <p:embeddedFont>
      <p:font typeface="Raleway Medium"/>
      <p:regular r:id="rId12"/>
      <p:bold r:id="rId13"/>
      <p:italic r:id="rId14"/>
      <p:boldItalic r:id="rId15"/>
    </p:embeddedFont>
    <p:embeddedFont>
      <p:font typeface="Noto Sans Symbol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ebasNeue-regular.fntdata"/><Relationship Id="rId10" Type="http://schemas.openxmlformats.org/officeDocument/2006/relationships/font" Target="fonts/Raleway-boldItalic.fntdata"/><Relationship Id="rId13" Type="http://schemas.openxmlformats.org/officeDocument/2006/relationships/font" Target="fonts/RalewayMedium-bold.fntdata"/><Relationship Id="rId12" Type="http://schemas.openxmlformats.org/officeDocument/2006/relationships/font" Target="fonts/Raleway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italic.fntdata"/><Relationship Id="rId15" Type="http://schemas.openxmlformats.org/officeDocument/2006/relationships/font" Target="fonts/RalewayMedium-boldItalic.fntdata"/><Relationship Id="rId14" Type="http://schemas.openxmlformats.org/officeDocument/2006/relationships/font" Target="fonts/RalewayMedium-italic.fntdata"/><Relationship Id="rId17" Type="http://schemas.openxmlformats.org/officeDocument/2006/relationships/font" Target="fonts/NotoSansSymbols-bold.fntdata"/><Relationship Id="rId16" Type="http://schemas.openxmlformats.org/officeDocument/2006/relationships/font" Target="fonts/NotoSansSymbol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Raleway-regular.fntdata"/><Relationship Id="rId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11520" y="0"/>
            <a:ext cx="912096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11520" y="2656800"/>
            <a:ext cx="912096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" name="Google Shape;9;p2"/>
          <p:cNvSpPr/>
          <p:nvPr/>
        </p:nvSpPr>
        <p:spPr>
          <a:xfrm>
            <a:off x="22680" y="3985200"/>
            <a:ext cx="912096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1520" y="1328400"/>
            <a:ext cx="912096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708120" y="534960"/>
            <a:ext cx="7720560" cy="40730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459240" y="759960"/>
            <a:ext cx="4653720" cy="2824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_1_1" type="blank">
  <p:cSld name="BLANK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5400000">
            <a:off x="-1536120" y="915120"/>
            <a:ext cx="3682080" cy="114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5382360" y="1656000"/>
            <a:ext cx="3753720" cy="3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01200" y="1017720"/>
            <a:ext cx="7961760" cy="3745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2">
  <p:cSld name="BLANK_1_1_1_1_1_1_2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rot="5400000">
            <a:off x="-1536120" y="2730240"/>
            <a:ext cx="3682080" cy="114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751880" y="0"/>
            <a:ext cx="23702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1096920" y="534960"/>
            <a:ext cx="696348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1356480" y="723240"/>
            <a:ext cx="6430320" cy="99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>
            <a:off x="2359080" y="3530160"/>
            <a:ext cx="4434120" cy="65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including icons,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Freepik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51200" y="537480"/>
            <a:ext cx="996120" cy="996120"/>
          </a:xfrm>
          <a:prstGeom prst="ellipse">
            <a:avLst/>
          </a:prstGeom>
          <a:solidFill>
            <a:srgbClr val="6E79E4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7" name="Google Shape;27;p4"/>
          <p:cNvGrpSpPr/>
          <p:nvPr/>
        </p:nvGrpSpPr>
        <p:grpSpPr>
          <a:xfrm>
            <a:off x="-267120" y="186840"/>
            <a:ext cx="3397320" cy="186840"/>
            <a:chOff x="-267120" y="186840"/>
            <a:chExt cx="3397320" cy="186840"/>
          </a:xfrm>
        </p:grpSpPr>
        <p:sp>
          <p:nvSpPr>
            <p:cNvPr id="28" name="Google Shape;28;p4"/>
            <p:cNvSpPr/>
            <p:nvPr/>
          </p:nvSpPr>
          <p:spPr>
            <a:xfrm>
              <a:off x="2591640" y="186840"/>
              <a:ext cx="129960" cy="186840"/>
            </a:xfrm>
            <a:custGeom>
              <a:rect b="b" l="l" r="r" t="t"/>
              <a:pathLst>
                <a:path extrusionOk="0" h="7491" w="521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3000240" y="186840"/>
              <a:ext cx="129960" cy="186840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2183400" y="186840"/>
              <a:ext cx="129960" cy="186840"/>
            </a:xfrm>
            <a:custGeom>
              <a:rect b="b" l="l" r="r" t="t"/>
              <a:pathLst>
                <a:path extrusionOk="0" h="7491" w="5218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1774800" y="186840"/>
              <a:ext cx="129960" cy="186840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1366200" y="186840"/>
              <a:ext cx="129960" cy="186840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957600" y="186840"/>
              <a:ext cx="129960" cy="186840"/>
            </a:xfrm>
            <a:custGeom>
              <a:rect b="b" l="l" r="r" t="t"/>
              <a:pathLst>
                <a:path extrusionOk="0" h="7491" w="5218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9360" y="186840"/>
              <a:ext cx="129960" cy="186840"/>
            </a:xfrm>
            <a:custGeom>
              <a:rect b="b" l="l" r="r" t="t"/>
              <a:pathLst>
                <a:path extrusionOk="0" h="7491" w="5217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141480" y="186840"/>
              <a:ext cx="129600" cy="186840"/>
            </a:xfrm>
            <a:custGeom>
              <a:rect b="b" l="l" r="r" t="t"/>
              <a:pathLst>
                <a:path extrusionOk="0" h="7491" w="5197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267120" y="186840"/>
              <a:ext cx="129600" cy="186840"/>
            </a:xfrm>
            <a:custGeom>
              <a:rect b="b" l="l" r="r" t="t"/>
              <a:pathLst>
                <a:path extrusionOk="0" h="7491" w="5197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 rot="5400000">
            <a:off x="-1536120" y="2730240"/>
            <a:ext cx="3682080" cy="114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900" u="none" cap="none" strike="noStrike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 b="0" i="0" sz="79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12440" y="1091160"/>
            <a:ext cx="7716240" cy="40521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6"/>
          <p:cNvGrpSpPr/>
          <p:nvPr/>
        </p:nvGrpSpPr>
        <p:grpSpPr>
          <a:xfrm>
            <a:off x="-717120" y="1417680"/>
            <a:ext cx="3692520" cy="3911760"/>
            <a:chOff x="-717120" y="1417680"/>
            <a:chExt cx="3692520" cy="3911760"/>
          </a:xfrm>
        </p:grpSpPr>
        <p:sp>
          <p:nvSpPr>
            <p:cNvPr id="46" name="Google Shape;46;p6"/>
            <p:cNvSpPr/>
            <p:nvPr/>
          </p:nvSpPr>
          <p:spPr>
            <a:xfrm>
              <a:off x="954000" y="2305800"/>
              <a:ext cx="387000" cy="387000"/>
            </a:xfrm>
            <a:custGeom>
              <a:rect b="b" l="l" r="r" t="t"/>
              <a:pathLst>
                <a:path extrusionOk="0" h="10129" w="10129">
                  <a:moveTo>
                    <a:pt x="5075" y="0"/>
                  </a:moveTo>
                  <a:cubicBezTo>
                    <a:pt x="2274" y="0"/>
                    <a:pt x="0" y="2274"/>
                    <a:pt x="0" y="5075"/>
                  </a:cubicBezTo>
                  <a:cubicBezTo>
                    <a:pt x="0" y="7855"/>
                    <a:pt x="2274" y="10129"/>
                    <a:pt x="5075" y="10129"/>
                  </a:cubicBezTo>
                  <a:cubicBezTo>
                    <a:pt x="7876" y="10129"/>
                    <a:pt x="10129" y="7855"/>
                    <a:pt x="10129" y="5075"/>
                  </a:cubicBezTo>
                  <a:cubicBezTo>
                    <a:pt x="10129" y="2274"/>
                    <a:pt x="7876" y="0"/>
                    <a:pt x="5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1689480" y="1808640"/>
              <a:ext cx="188280" cy="188280"/>
            </a:xfrm>
            <a:custGeom>
              <a:rect b="b" l="l" r="r" t="t"/>
              <a:pathLst>
                <a:path extrusionOk="0" h="4934" w="4933">
                  <a:moveTo>
                    <a:pt x="2476" y="1"/>
                  </a:moveTo>
                  <a:cubicBezTo>
                    <a:pt x="1096" y="1"/>
                    <a:pt x="0" y="1097"/>
                    <a:pt x="0" y="2477"/>
                  </a:cubicBezTo>
                  <a:cubicBezTo>
                    <a:pt x="0" y="3837"/>
                    <a:pt x="1096" y="4933"/>
                    <a:pt x="2476" y="4933"/>
                  </a:cubicBezTo>
                  <a:cubicBezTo>
                    <a:pt x="3836" y="4933"/>
                    <a:pt x="4932" y="3837"/>
                    <a:pt x="4932" y="2477"/>
                  </a:cubicBezTo>
                  <a:cubicBezTo>
                    <a:pt x="4932" y="1097"/>
                    <a:pt x="3836" y="1"/>
                    <a:pt x="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2318400" y="1483200"/>
              <a:ext cx="189000" cy="189000"/>
            </a:xfrm>
            <a:custGeom>
              <a:rect b="b" l="l" r="r" t="t"/>
              <a:pathLst>
                <a:path extrusionOk="0" h="4953" w="4953">
                  <a:moveTo>
                    <a:pt x="2477" y="0"/>
                  </a:moveTo>
                  <a:cubicBezTo>
                    <a:pt x="1117" y="0"/>
                    <a:pt x="0" y="1117"/>
                    <a:pt x="0" y="2476"/>
                  </a:cubicBezTo>
                  <a:cubicBezTo>
                    <a:pt x="0" y="3836"/>
                    <a:pt x="1117" y="4953"/>
                    <a:pt x="2477" y="4953"/>
                  </a:cubicBezTo>
                  <a:cubicBezTo>
                    <a:pt x="3836" y="4953"/>
                    <a:pt x="4953" y="3836"/>
                    <a:pt x="4953" y="2476"/>
                  </a:cubicBezTo>
                  <a:cubicBezTo>
                    <a:pt x="4953" y="1117"/>
                    <a:pt x="3836" y="0"/>
                    <a:pt x="2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2602800" y="2936160"/>
              <a:ext cx="167400" cy="167400"/>
            </a:xfrm>
            <a:custGeom>
              <a:rect b="b" l="l" r="r" t="t"/>
              <a:pathLst>
                <a:path extrusionOk="0" h="4386" w="4385">
                  <a:moveTo>
                    <a:pt x="2192" y="1"/>
                  </a:moveTo>
                  <a:cubicBezTo>
                    <a:pt x="974" y="1"/>
                    <a:pt x="0" y="975"/>
                    <a:pt x="0" y="2193"/>
                  </a:cubicBezTo>
                  <a:cubicBezTo>
                    <a:pt x="0" y="3411"/>
                    <a:pt x="974" y="4385"/>
                    <a:pt x="2192" y="4385"/>
                  </a:cubicBezTo>
                  <a:cubicBezTo>
                    <a:pt x="3410" y="4385"/>
                    <a:pt x="4384" y="3411"/>
                    <a:pt x="4384" y="2193"/>
                  </a:cubicBezTo>
                  <a:cubicBezTo>
                    <a:pt x="4384" y="975"/>
                    <a:pt x="3410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2546640" y="2906640"/>
              <a:ext cx="176760" cy="185400"/>
            </a:xfrm>
            <a:custGeom>
              <a:rect b="b" l="l" r="r" t="t"/>
              <a:pathLst>
                <a:path extrusionOk="0" h="4852" w="4629">
                  <a:moveTo>
                    <a:pt x="163" y="1"/>
                  </a:moveTo>
                  <a:cubicBezTo>
                    <a:pt x="163" y="1"/>
                    <a:pt x="1" y="2660"/>
                    <a:pt x="143" y="2944"/>
                  </a:cubicBezTo>
                  <a:cubicBezTo>
                    <a:pt x="285" y="3228"/>
                    <a:pt x="4121" y="4852"/>
                    <a:pt x="4121" y="4852"/>
                  </a:cubicBezTo>
                  <a:lnTo>
                    <a:pt x="4629" y="1624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2448720" y="2421360"/>
              <a:ext cx="102960" cy="174240"/>
            </a:xfrm>
            <a:custGeom>
              <a:rect b="b" l="l" r="r" t="t"/>
              <a:pathLst>
                <a:path extrusionOk="0" h="4568" w="2700">
                  <a:moveTo>
                    <a:pt x="569" y="1"/>
                  </a:moveTo>
                  <a:lnTo>
                    <a:pt x="0" y="4568"/>
                  </a:lnTo>
                  <a:lnTo>
                    <a:pt x="2700" y="272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3D3D3C"/>
            </a:solidFill>
            <a:ln>
              <a:noFill/>
            </a:ln>
          </p:spPr>
          <p:txBody>
            <a:bodyPr anchorCtr="0" anchor="ctr" bIns="87100" lIns="91425" spcFirstLastPara="1" rIns="91425" wrap="square" tIns="8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2330640" y="1512000"/>
              <a:ext cx="219600" cy="304200"/>
            </a:xfrm>
            <a:custGeom>
              <a:rect b="b" l="l" r="r" t="t"/>
              <a:pathLst>
                <a:path extrusionOk="0" h="7957" w="5746">
                  <a:moveTo>
                    <a:pt x="3614" y="0"/>
                  </a:moveTo>
                  <a:lnTo>
                    <a:pt x="1" y="1401"/>
                  </a:lnTo>
                  <a:lnTo>
                    <a:pt x="3391" y="7957"/>
                  </a:lnTo>
                  <a:lnTo>
                    <a:pt x="5745" y="6942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1708920" y="1845000"/>
              <a:ext cx="324360" cy="339840"/>
            </a:xfrm>
            <a:custGeom>
              <a:rect b="b" l="l" r="r" t="t"/>
              <a:pathLst>
                <a:path extrusionOk="0" h="8892" w="8485">
                  <a:moveTo>
                    <a:pt x="3025" y="1"/>
                  </a:moveTo>
                  <a:lnTo>
                    <a:pt x="1" y="2071"/>
                  </a:lnTo>
                  <a:lnTo>
                    <a:pt x="5785" y="8891"/>
                  </a:lnTo>
                  <a:lnTo>
                    <a:pt x="8485" y="6760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202320" y="3447360"/>
              <a:ext cx="611640" cy="592200"/>
            </a:xfrm>
            <a:custGeom>
              <a:rect b="b" l="l" r="r" t="t"/>
              <a:pathLst>
                <a:path extrusionOk="0" h="15488" w="15995">
                  <a:moveTo>
                    <a:pt x="2091" y="1"/>
                  </a:moveTo>
                  <a:lnTo>
                    <a:pt x="0" y="3147"/>
                  </a:lnTo>
                  <a:lnTo>
                    <a:pt x="15447" y="15488"/>
                  </a:lnTo>
                  <a:lnTo>
                    <a:pt x="15995" y="15163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1522440" y="2454840"/>
              <a:ext cx="937800" cy="1208160"/>
            </a:xfrm>
            <a:custGeom>
              <a:rect b="b" l="l" r="r" t="t"/>
              <a:pathLst>
                <a:path extrusionOk="0" h="31587" w="24520">
                  <a:moveTo>
                    <a:pt x="11265" y="0"/>
                  </a:moveTo>
                  <a:lnTo>
                    <a:pt x="0" y="15427"/>
                  </a:lnTo>
                  <a:lnTo>
                    <a:pt x="13823" y="22247"/>
                  </a:lnTo>
                  <a:cubicBezTo>
                    <a:pt x="13823" y="22247"/>
                    <a:pt x="12057" y="24682"/>
                    <a:pt x="10656" y="27159"/>
                  </a:cubicBezTo>
                  <a:cubicBezTo>
                    <a:pt x="9362" y="29415"/>
                    <a:pt x="9617" y="31587"/>
                    <a:pt x="10656" y="31587"/>
                  </a:cubicBezTo>
                  <a:cubicBezTo>
                    <a:pt x="10757" y="31587"/>
                    <a:pt x="10866" y="31566"/>
                    <a:pt x="10981" y="31523"/>
                  </a:cubicBezTo>
                  <a:cubicBezTo>
                    <a:pt x="12280" y="31056"/>
                    <a:pt x="17862" y="26651"/>
                    <a:pt x="17862" y="26651"/>
                  </a:cubicBezTo>
                  <a:lnTo>
                    <a:pt x="24520" y="18877"/>
                  </a:lnTo>
                  <a:lnTo>
                    <a:pt x="1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1942560" y="3447360"/>
              <a:ext cx="252720" cy="213120"/>
            </a:xfrm>
            <a:custGeom>
              <a:rect b="b" l="l" r="r" t="t"/>
              <a:pathLst>
                <a:path extrusionOk="0" h="5583" w="6618">
                  <a:moveTo>
                    <a:pt x="6374" y="1"/>
                  </a:moveTo>
                  <a:lnTo>
                    <a:pt x="0" y="5583"/>
                  </a:lnTo>
                  <a:cubicBezTo>
                    <a:pt x="1137" y="5177"/>
                    <a:pt x="5521" y="1787"/>
                    <a:pt x="6617" y="914"/>
                  </a:cubicBezTo>
                  <a:lnTo>
                    <a:pt x="63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1843920" y="2265120"/>
              <a:ext cx="119160" cy="358560"/>
            </a:xfrm>
            <a:custGeom>
              <a:rect b="b" l="l" r="r" t="t"/>
              <a:pathLst>
                <a:path extrusionOk="0" h="9379" w="3127">
                  <a:moveTo>
                    <a:pt x="1056" y="1"/>
                  </a:moveTo>
                  <a:lnTo>
                    <a:pt x="0" y="9378"/>
                  </a:lnTo>
                  <a:lnTo>
                    <a:pt x="3126" y="7917"/>
                  </a:lnTo>
                  <a:lnTo>
                    <a:pt x="10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2133360" y="2968920"/>
              <a:ext cx="579240" cy="556920"/>
            </a:xfrm>
            <a:custGeom>
              <a:rect b="b" l="l" r="r" t="t"/>
              <a:pathLst>
                <a:path extrusionOk="0" h="14563" w="15153">
                  <a:moveTo>
                    <a:pt x="10728" y="0"/>
                  </a:moveTo>
                  <a:cubicBezTo>
                    <a:pt x="10728" y="0"/>
                    <a:pt x="2182" y="4364"/>
                    <a:pt x="1127" y="6617"/>
                  </a:cubicBezTo>
                  <a:cubicBezTo>
                    <a:pt x="124" y="8758"/>
                    <a:pt x="1" y="14563"/>
                    <a:pt x="1871" y="14563"/>
                  </a:cubicBezTo>
                  <a:cubicBezTo>
                    <a:pt x="1969" y="14563"/>
                    <a:pt x="2073" y="14547"/>
                    <a:pt x="2182" y="14513"/>
                  </a:cubicBezTo>
                  <a:cubicBezTo>
                    <a:pt x="4374" y="13823"/>
                    <a:pt x="15152" y="3715"/>
                    <a:pt x="15152" y="3715"/>
                  </a:cubicBezTo>
                  <a:lnTo>
                    <a:pt x="14016" y="1259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2400120" y="2523240"/>
              <a:ext cx="345240" cy="469440"/>
            </a:xfrm>
            <a:custGeom>
              <a:rect b="b" l="l" r="r" t="t"/>
              <a:pathLst>
                <a:path extrusionOk="0" h="12281" w="9033">
                  <a:moveTo>
                    <a:pt x="4364" y="1"/>
                  </a:moveTo>
                  <a:lnTo>
                    <a:pt x="0" y="610"/>
                  </a:lnTo>
                  <a:lnTo>
                    <a:pt x="3735" y="10718"/>
                  </a:lnTo>
                  <a:lnTo>
                    <a:pt x="7511" y="12281"/>
                  </a:lnTo>
                  <a:lnTo>
                    <a:pt x="9033" y="1126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2585520" y="2585880"/>
              <a:ext cx="159480" cy="382680"/>
            </a:xfrm>
            <a:custGeom>
              <a:rect b="b" l="l" r="r" t="t"/>
              <a:pathLst>
                <a:path extrusionOk="0" h="10008" w="4182">
                  <a:moveTo>
                    <a:pt x="1" y="1"/>
                  </a:moveTo>
                  <a:lnTo>
                    <a:pt x="3614" y="10007"/>
                  </a:lnTo>
                  <a:lnTo>
                    <a:pt x="4182" y="962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2341080" y="2421360"/>
              <a:ext cx="256680" cy="256680"/>
            </a:xfrm>
            <a:custGeom>
              <a:rect b="b" l="l" r="r" t="t"/>
              <a:pathLst>
                <a:path extrusionOk="0" h="6720" w="6720">
                  <a:moveTo>
                    <a:pt x="3350" y="1"/>
                  </a:moveTo>
                  <a:cubicBezTo>
                    <a:pt x="1503" y="1"/>
                    <a:pt x="1" y="1503"/>
                    <a:pt x="1" y="3370"/>
                  </a:cubicBezTo>
                  <a:cubicBezTo>
                    <a:pt x="1" y="5217"/>
                    <a:pt x="1503" y="6719"/>
                    <a:pt x="3350" y="6719"/>
                  </a:cubicBezTo>
                  <a:cubicBezTo>
                    <a:pt x="5217" y="6719"/>
                    <a:pt x="6719" y="5217"/>
                    <a:pt x="6719" y="3370"/>
                  </a:cubicBezTo>
                  <a:cubicBezTo>
                    <a:pt x="6719" y="1503"/>
                    <a:pt x="5217" y="1"/>
                    <a:pt x="3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2465280" y="2421360"/>
              <a:ext cx="132480" cy="186840"/>
            </a:xfrm>
            <a:custGeom>
              <a:rect b="b" l="l" r="r" t="t"/>
              <a:pathLst>
                <a:path extrusionOk="0" h="4893" w="3472">
                  <a:moveTo>
                    <a:pt x="102" y="1"/>
                  </a:moveTo>
                  <a:cubicBezTo>
                    <a:pt x="61" y="1"/>
                    <a:pt x="41" y="21"/>
                    <a:pt x="0" y="21"/>
                  </a:cubicBezTo>
                  <a:cubicBezTo>
                    <a:pt x="1827" y="589"/>
                    <a:pt x="3147" y="2294"/>
                    <a:pt x="3147" y="4304"/>
                  </a:cubicBezTo>
                  <a:cubicBezTo>
                    <a:pt x="3147" y="4507"/>
                    <a:pt x="3126" y="4689"/>
                    <a:pt x="3106" y="4892"/>
                  </a:cubicBezTo>
                  <a:cubicBezTo>
                    <a:pt x="3329" y="4426"/>
                    <a:pt x="3471" y="3918"/>
                    <a:pt x="3471" y="3370"/>
                  </a:cubicBezTo>
                  <a:cubicBezTo>
                    <a:pt x="3471" y="1503"/>
                    <a:pt x="1949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431080" y="2758320"/>
              <a:ext cx="171360" cy="190800"/>
            </a:xfrm>
            <a:custGeom>
              <a:rect b="b" l="l" r="r" t="t"/>
              <a:pathLst>
                <a:path extrusionOk="0" h="4995" w="4487">
                  <a:moveTo>
                    <a:pt x="995" y="1"/>
                  </a:moveTo>
                  <a:lnTo>
                    <a:pt x="0" y="2031"/>
                  </a:lnTo>
                  <a:lnTo>
                    <a:pt x="3471" y="4994"/>
                  </a:lnTo>
                  <a:lnTo>
                    <a:pt x="4486" y="225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2082960" y="2812680"/>
              <a:ext cx="490320" cy="434880"/>
            </a:xfrm>
            <a:custGeom>
              <a:rect b="b" l="l" r="r" t="t"/>
              <a:pathLst>
                <a:path extrusionOk="0" h="11374" w="12827">
                  <a:moveTo>
                    <a:pt x="9078" y="1"/>
                  </a:moveTo>
                  <a:cubicBezTo>
                    <a:pt x="9078" y="1"/>
                    <a:pt x="1974" y="3187"/>
                    <a:pt x="918" y="5968"/>
                  </a:cubicBezTo>
                  <a:cubicBezTo>
                    <a:pt x="1" y="8323"/>
                    <a:pt x="974" y="11373"/>
                    <a:pt x="2250" y="11373"/>
                  </a:cubicBezTo>
                  <a:cubicBezTo>
                    <a:pt x="2470" y="11373"/>
                    <a:pt x="2698" y="11283"/>
                    <a:pt x="2928" y="11083"/>
                  </a:cubicBezTo>
                  <a:cubicBezTo>
                    <a:pt x="4494" y="9758"/>
                    <a:pt x="12115" y="4383"/>
                    <a:pt x="12557" y="4383"/>
                  </a:cubicBezTo>
                  <a:cubicBezTo>
                    <a:pt x="12562" y="4383"/>
                    <a:pt x="12566" y="4384"/>
                    <a:pt x="12569" y="4385"/>
                  </a:cubicBezTo>
                  <a:cubicBezTo>
                    <a:pt x="12576" y="4387"/>
                    <a:pt x="12583" y="4389"/>
                    <a:pt x="12589" y="4389"/>
                  </a:cubicBezTo>
                  <a:cubicBezTo>
                    <a:pt x="12826" y="4389"/>
                    <a:pt x="12285" y="2457"/>
                    <a:pt x="12285" y="2457"/>
                  </a:cubicBezTo>
                  <a:lnTo>
                    <a:pt x="9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1908360" y="2773800"/>
              <a:ext cx="219600" cy="356040"/>
            </a:xfrm>
            <a:custGeom>
              <a:rect b="b" l="l" r="r" t="t"/>
              <a:pathLst>
                <a:path extrusionOk="0" h="9318" w="5745">
                  <a:moveTo>
                    <a:pt x="1624" y="1"/>
                  </a:moveTo>
                  <a:lnTo>
                    <a:pt x="0" y="1016"/>
                  </a:lnTo>
                  <a:lnTo>
                    <a:pt x="3512" y="9317"/>
                  </a:lnTo>
                  <a:lnTo>
                    <a:pt x="5744" y="8018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2413080" y="2568240"/>
              <a:ext cx="224280" cy="310320"/>
            </a:xfrm>
            <a:custGeom>
              <a:rect b="b" l="l" r="r" t="t"/>
              <a:pathLst>
                <a:path extrusionOk="0" h="8120" w="5867">
                  <a:moveTo>
                    <a:pt x="2213" y="1"/>
                  </a:moveTo>
                  <a:lnTo>
                    <a:pt x="1" y="1645"/>
                  </a:lnTo>
                  <a:lnTo>
                    <a:pt x="447" y="6395"/>
                  </a:lnTo>
                  <a:lnTo>
                    <a:pt x="3938" y="8120"/>
                  </a:lnTo>
                  <a:lnTo>
                    <a:pt x="5867" y="6395"/>
                  </a:lnTo>
                  <a:lnTo>
                    <a:pt x="4628" y="1401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1872720" y="2185200"/>
              <a:ext cx="606960" cy="537840"/>
            </a:xfrm>
            <a:custGeom>
              <a:rect b="b" l="l" r="r" t="t"/>
              <a:pathLst>
                <a:path extrusionOk="0" h="14067" w="15874">
                  <a:moveTo>
                    <a:pt x="0" y="0"/>
                  </a:moveTo>
                  <a:lnTo>
                    <a:pt x="1502" y="10311"/>
                  </a:lnTo>
                  <a:lnTo>
                    <a:pt x="10961" y="14066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1872720" y="2185200"/>
              <a:ext cx="606960" cy="354600"/>
            </a:xfrm>
            <a:custGeom>
              <a:rect b="b" l="l" r="r" t="t"/>
              <a:pathLst>
                <a:path extrusionOk="0" h="9277" w="15874">
                  <a:moveTo>
                    <a:pt x="0" y="0"/>
                  </a:moveTo>
                  <a:lnTo>
                    <a:pt x="305" y="2091"/>
                  </a:lnTo>
                  <a:lnTo>
                    <a:pt x="14594" y="6780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1909800" y="2444760"/>
              <a:ext cx="464040" cy="278640"/>
            </a:xfrm>
            <a:custGeom>
              <a:rect b="b" l="l" r="r" t="t"/>
              <a:pathLst>
                <a:path extrusionOk="0" h="7288" w="12139">
                  <a:moveTo>
                    <a:pt x="1" y="1"/>
                  </a:moveTo>
                  <a:lnTo>
                    <a:pt x="528" y="3532"/>
                  </a:lnTo>
                  <a:lnTo>
                    <a:pt x="9987" y="7287"/>
                  </a:lnTo>
                  <a:lnTo>
                    <a:pt x="12139" y="53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1319760" y="2214000"/>
              <a:ext cx="565920" cy="896760"/>
            </a:xfrm>
            <a:custGeom>
              <a:rect b="b" l="l" r="r" t="t"/>
              <a:pathLst>
                <a:path extrusionOk="0" h="23444" w="14798">
                  <a:moveTo>
                    <a:pt x="14797" y="0"/>
                  </a:moveTo>
                  <a:lnTo>
                    <a:pt x="0" y="13803"/>
                  </a:lnTo>
                  <a:lnTo>
                    <a:pt x="3126" y="23444"/>
                  </a:lnTo>
                  <a:lnTo>
                    <a:pt x="7511" y="21922"/>
                  </a:lnTo>
                  <a:lnTo>
                    <a:pt x="14757" y="10250"/>
                  </a:lnTo>
                  <a:lnTo>
                    <a:pt x="147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1412280" y="2421360"/>
              <a:ext cx="471960" cy="689400"/>
            </a:xfrm>
            <a:custGeom>
              <a:rect b="b" l="l" r="r" t="t"/>
              <a:pathLst>
                <a:path extrusionOk="0" h="18025" w="12342">
                  <a:moveTo>
                    <a:pt x="12342" y="1"/>
                  </a:moveTo>
                  <a:lnTo>
                    <a:pt x="1" y="15873"/>
                  </a:lnTo>
                  <a:lnTo>
                    <a:pt x="711" y="18025"/>
                  </a:lnTo>
                  <a:lnTo>
                    <a:pt x="5096" y="16503"/>
                  </a:lnTo>
                  <a:lnTo>
                    <a:pt x="12342" y="4831"/>
                  </a:lnTo>
                  <a:lnTo>
                    <a:pt x="12342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1115640" y="2318040"/>
              <a:ext cx="337320" cy="398880"/>
            </a:xfrm>
            <a:custGeom>
              <a:rect b="b" l="l" r="r" t="t"/>
              <a:pathLst>
                <a:path extrusionOk="0" h="10434" w="8830">
                  <a:moveTo>
                    <a:pt x="2619" y="0"/>
                  </a:moveTo>
                  <a:lnTo>
                    <a:pt x="0" y="3552"/>
                  </a:lnTo>
                  <a:lnTo>
                    <a:pt x="8282" y="10433"/>
                  </a:lnTo>
                  <a:lnTo>
                    <a:pt x="8830" y="9804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-717120" y="3543480"/>
              <a:ext cx="1510200" cy="1785960"/>
            </a:xfrm>
            <a:custGeom>
              <a:rect b="b" l="l" r="r" t="t"/>
              <a:pathLst>
                <a:path extrusionOk="0" h="46686" w="39480">
                  <a:moveTo>
                    <a:pt x="23242" y="1"/>
                  </a:moveTo>
                  <a:lnTo>
                    <a:pt x="1" y="35176"/>
                  </a:lnTo>
                  <a:lnTo>
                    <a:pt x="31462" y="46685"/>
                  </a:lnTo>
                  <a:lnTo>
                    <a:pt x="39480" y="12971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241920" y="2481120"/>
              <a:ext cx="1466640" cy="1545840"/>
            </a:xfrm>
            <a:custGeom>
              <a:rect b="b" l="l" r="r" t="t"/>
              <a:pathLst>
                <a:path extrusionOk="0" h="40410" w="38343">
                  <a:moveTo>
                    <a:pt x="20910" y="0"/>
                  </a:moveTo>
                  <a:cubicBezTo>
                    <a:pt x="20694" y="0"/>
                    <a:pt x="20501" y="24"/>
                    <a:pt x="20339" y="78"/>
                  </a:cubicBezTo>
                  <a:cubicBezTo>
                    <a:pt x="18816" y="606"/>
                    <a:pt x="17071" y="1275"/>
                    <a:pt x="16665" y="1742"/>
                  </a:cubicBezTo>
                  <a:cubicBezTo>
                    <a:pt x="15893" y="2574"/>
                    <a:pt x="15731" y="4949"/>
                    <a:pt x="14412" y="6634"/>
                  </a:cubicBezTo>
                  <a:cubicBezTo>
                    <a:pt x="13092" y="8339"/>
                    <a:pt x="0" y="24232"/>
                    <a:pt x="0" y="24232"/>
                  </a:cubicBezTo>
                  <a:lnTo>
                    <a:pt x="427" y="28210"/>
                  </a:lnTo>
                  <a:lnTo>
                    <a:pt x="14960" y="40409"/>
                  </a:lnTo>
                  <a:cubicBezTo>
                    <a:pt x="14960" y="40409"/>
                    <a:pt x="31543" y="35091"/>
                    <a:pt x="34588" y="31925"/>
                  </a:cubicBezTo>
                  <a:cubicBezTo>
                    <a:pt x="37632" y="28779"/>
                    <a:pt x="38343" y="24557"/>
                    <a:pt x="38343" y="24557"/>
                  </a:cubicBezTo>
                  <a:lnTo>
                    <a:pt x="32680" y="13555"/>
                  </a:lnTo>
                  <a:lnTo>
                    <a:pt x="31989" y="6898"/>
                  </a:lnTo>
                  <a:lnTo>
                    <a:pt x="25210" y="1255"/>
                  </a:lnTo>
                  <a:cubicBezTo>
                    <a:pt x="25210" y="1255"/>
                    <a:pt x="22480" y="0"/>
                    <a:pt x="2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641160" y="3382920"/>
              <a:ext cx="1067400" cy="613080"/>
            </a:xfrm>
            <a:custGeom>
              <a:rect b="b" l="l" r="r" t="t"/>
              <a:pathLst>
                <a:path extrusionOk="0" h="16030" w="27910">
                  <a:moveTo>
                    <a:pt x="2935" y="1"/>
                  </a:moveTo>
                  <a:cubicBezTo>
                    <a:pt x="2147" y="1"/>
                    <a:pt x="1543" y="867"/>
                    <a:pt x="1543" y="867"/>
                  </a:cubicBezTo>
                  <a:cubicBezTo>
                    <a:pt x="0" y="10305"/>
                    <a:pt x="6069" y="15238"/>
                    <a:pt x="6942" y="16029"/>
                  </a:cubicBezTo>
                  <a:cubicBezTo>
                    <a:pt x="11671" y="14426"/>
                    <a:pt x="21841" y="10772"/>
                    <a:pt x="24155" y="8357"/>
                  </a:cubicBezTo>
                  <a:cubicBezTo>
                    <a:pt x="27199" y="5211"/>
                    <a:pt x="27910" y="989"/>
                    <a:pt x="27910" y="989"/>
                  </a:cubicBezTo>
                  <a:lnTo>
                    <a:pt x="27605" y="380"/>
                  </a:lnTo>
                  <a:lnTo>
                    <a:pt x="20379" y="3424"/>
                  </a:lnTo>
                  <a:cubicBezTo>
                    <a:pt x="20379" y="3424"/>
                    <a:pt x="16034" y="1233"/>
                    <a:pt x="12989" y="1233"/>
                  </a:cubicBezTo>
                  <a:cubicBezTo>
                    <a:pt x="12113" y="1233"/>
                    <a:pt x="11345" y="1415"/>
                    <a:pt x="10819" y="1882"/>
                  </a:cubicBezTo>
                  <a:cubicBezTo>
                    <a:pt x="9940" y="2669"/>
                    <a:pt x="8969" y="2999"/>
                    <a:pt x="8031" y="2999"/>
                  </a:cubicBezTo>
                  <a:cubicBezTo>
                    <a:pt x="6477" y="2999"/>
                    <a:pt x="5012" y="2094"/>
                    <a:pt x="4202" y="867"/>
                  </a:cubicBezTo>
                  <a:cubicBezTo>
                    <a:pt x="3769" y="217"/>
                    <a:pt x="3329" y="1"/>
                    <a:pt x="2935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470160" y="2938680"/>
              <a:ext cx="248040" cy="276120"/>
            </a:xfrm>
            <a:custGeom>
              <a:rect b="b" l="l" r="r" t="t"/>
              <a:pathLst>
                <a:path extrusionOk="0" h="7227" w="6497">
                  <a:moveTo>
                    <a:pt x="6435" y="1"/>
                  </a:moveTo>
                  <a:cubicBezTo>
                    <a:pt x="6435" y="1"/>
                    <a:pt x="6029" y="1665"/>
                    <a:pt x="3959" y="4060"/>
                  </a:cubicBezTo>
                  <a:cubicBezTo>
                    <a:pt x="1868" y="6435"/>
                    <a:pt x="1" y="7227"/>
                    <a:pt x="1" y="7227"/>
                  </a:cubicBezTo>
                  <a:cubicBezTo>
                    <a:pt x="1" y="7227"/>
                    <a:pt x="3046" y="6740"/>
                    <a:pt x="4771" y="4466"/>
                  </a:cubicBezTo>
                  <a:cubicBezTo>
                    <a:pt x="6496" y="2213"/>
                    <a:pt x="6435" y="1"/>
                    <a:pt x="64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1440000" y="2723400"/>
              <a:ext cx="50040" cy="261360"/>
            </a:xfrm>
            <a:custGeom>
              <a:rect b="b" l="l" r="r" t="t"/>
              <a:pathLst>
                <a:path extrusionOk="0" h="6841" w="1320">
                  <a:moveTo>
                    <a:pt x="1" y="0"/>
                  </a:moveTo>
                  <a:lnTo>
                    <a:pt x="346" y="1502"/>
                  </a:lnTo>
                  <a:lnTo>
                    <a:pt x="589" y="6699"/>
                  </a:lnTo>
                  <a:lnTo>
                    <a:pt x="1320" y="6841"/>
                  </a:lnTo>
                  <a:lnTo>
                    <a:pt x="1320" y="6841"/>
                  </a:lnTo>
                  <a:lnTo>
                    <a:pt x="670" y="5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860040" y="3702600"/>
              <a:ext cx="704880" cy="293400"/>
            </a:xfrm>
            <a:custGeom>
              <a:rect b="b" l="l" r="r" t="t"/>
              <a:pathLst>
                <a:path extrusionOk="0" h="7674" w="18431">
                  <a:moveTo>
                    <a:pt x="18431" y="1"/>
                  </a:moveTo>
                  <a:lnTo>
                    <a:pt x="18431" y="1"/>
                  </a:lnTo>
                  <a:cubicBezTo>
                    <a:pt x="18430" y="1"/>
                    <a:pt x="14310" y="2152"/>
                    <a:pt x="9926" y="3776"/>
                  </a:cubicBezTo>
                  <a:cubicBezTo>
                    <a:pt x="5521" y="5420"/>
                    <a:pt x="0" y="6435"/>
                    <a:pt x="0" y="6435"/>
                  </a:cubicBezTo>
                  <a:lnTo>
                    <a:pt x="1218" y="7673"/>
                  </a:lnTo>
                  <a:cubicBezTo>
                    <a:pt x="5947" y="6070"/>
                    <a:pt x="16117" y="2416"/>
                    <a:pt x="18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383040" y="2850840"/>
              <a:ext cx="316440" cy="385560"/>
            </a:xfrm>
            <a:custGeom>
              <a:rect b="b" l="l" r="r" t="t"/>
              <a:pathLst>
                <a:path extrusionOk="0" h="10089" w="8282">
                  <a:moveTo>
                    <a:pt x="8282" y="0"/>
                  </a:moveTo>
                  <a:cubicBezTo>
                    <a:pt x="5988" y="2801"/>
                    <a:pt x="2578" y="6942"/>
                    <a:pt x="1" y="10088"/>
                  </a:cubicBezTo>
                  <a:lnTo>
                    <a:pt x="1218" y="10088"/>
                  </a:lnTo>
                  <a:lnTo>
                    <a:pt x="8282" y="1604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1215720" y="3319200"/>
              <a:ext cx="492840" cy="390240"/>
            </a:xfrm>
            <a:custGeom>
              <a:rect b="b" l="l" r="r" t="t"/>
              <a:pathLst>
                <a:path extrusionOk="0" h="10209" w="12890">
                  <a:moveTo>
                    <a:pt x="11509" y="1"/>
                  </a:moveTo>
                  <a:lnTo>
                    <a:pt x="1" y="9987"/>
                  </a:lnTo>
                  <a:cubicBezTo>
                    <a:pt x="1" y="9987"/>
                    <a:pt x="1571" y="10209"/>
                    <a:pt x="3775" y="10209"/>
                  </a:cubicBezTo>
                  <a:cubicBezTo>
                    <a:pt x="5460" y="10209"/>
                    <a:pt x="7515" y="10079"/>
                    <a:pt x="9520" y="9622"/>
                  </a:cubicBezTo>
                  <a:cubicBezTo>
                    <a:pt x="12240" y="6516"/>
                    <a:pt x="12890" y="2660"/>
                    <a:pt x="12890" y="2660"/>
                  </a:cubicBezTo>
                  <a:lnTo>
                    <a:pt x="11509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1215720" y="1918080"/>
              <a:ext cx="714240" cy="774720"/>
            </a:xfrm>
            <a:custGeom>
              <a:rect b="b" l="l" r="r" t="t"/>
              <a:pathLst>
                <a:path extrusionOk="0" h="20258" w="18675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6212" y="20258"/>
                  </a:lnTo>
                  <a:lnTo>
                    <a:pt x="7511" y="20258"/>
                  </a:lnTo>
                  <a:lnTo>
                    <a:pt x="18674" y="7734"/>
                  </a:lnTo>
                  <a:lnTo>
                    <a:pt x="18674" y="5035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1809000" y="1558440"/>
              <a:ext cx="659880" cy="547920"/>
            </a:xfrm>
            <a:custGeom>
              <a:rect b="b" l="l" r="r" t="t"/>
              <a:pathLst>
                <a:path extrusionOk="0" h="14331" w="17254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4000" y="13924"/>
                  </a:lnTo>
                  <a:lnTo>
                    <a:pt x="6374" y="14330"/>
                  </a:lnTo>
                  <a:lnTo>
                    <a:pt x="16970" y="7165"/>
                  </a:lnTo>
                  <a:lnTo>
                    <a:pt x="17254" y="4689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413080" y="1417680"/>
              <a:ext cx="562320" cy="367560"/>
            </a:xfrm>
            <a:custGeom>
              <a:rect b="b" l="l" r="r" t="t"/>
              <a:pathLst>
                <a:path extrusionOk="0" h="9614" w="14703">
                  <a:moveTo>
                    <a:pt x="12878" y="1"/>
                  </a:moveTo>
                  <a:cubicBezTo>
                    <a:pt x="12768" y="1"/>
                    <a:pt x="12657" y="11"/>
                    <a:pt x="12544" y="33"/>
                  </a:cubicBezTo>
                  <a:lnTo>
                    <a:pt x="1807" y="2104"/>
                  </a:lnTo>
                  <a:lnTo>
                    <a:pt x="1" y="3971"/>
                  </a:lnTo>
                  <a:lnTo>
                    <a:pt x="2132" y="8254"/>
                  </a:lnTo>
                  <a:lnTo>
                    <a:pt x="3837" y="9614"/>
                  </a:lnTo>
                  <a:lnTo>
                    <a:pt x="9967" y="7564"/>
                  </a:lnTo>
                  <a:cubicBezTo>
                    <a:pt x="12463" y="6732"/>
                    <a:pt x="14249" y="4540"/>
                    <a:pt x="14574" y="1921"/>
                  </a:cubicBezTo>
                  <a:cubicBezTo>
                    <a:pt x="14702" y="879"/>
                    <a:pt x="13874" y="1"/>
                    <a:pt x="12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1148040" y="2812680"/>
              <a:ext cx="918360" cy="847800"/>
            </a:xfrm>
            <a:custGeom>
              <a:rect b="b" l="l" r="r" t="t"/>
              <a:pathLst>
                <a:path extrusionOk="0" h="22166" w="24013">
                  <a:moveTo>
                    <a:pt x="19202" y="1"/>
                  </a:moveTo>
                  <a:lnTo>
                    <a:pt x="1" y="10068"/>
                  </a:lnTo>
                  <a:lnTo>
                    <a:pt x="6841" y="22166"/>
                  </a:lnTo>
                  <a:cubicBezTo>
                    <a:pt x="6841" y="22166"/>
                    <a:pt x="23628" y="8728"/>
                    <a:pt x="23728" y="8728"/>
                  </a:cubicBezTo>
                  <a:cubicBezTo>
                    <a:pt x="23728" y="8728"/>
                    <a:pt x="23729" y="8728"/>
                    <a:pt x="23729" y="8729"/>
                  </a:cubicBezTo>
                  <a:cubicBezTo>
                    <a:pt x="23729" y="8730"/>
                    <a:pt x="23729" y="8731"/>
                    <a:pt x="23729" y="8731"/>
                  </a:cubicBezTo>
                  <a:cubicBezTo>
                    <a:pt x="23741" y="8731"/>
                    <a:pt x="24013" y="6942"/>
                    <a:pt x="24013" y="6942"/>
                  </a:cubicBezTo>
                  <a:lnTo>
                    <a:pt x="204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1970640" y="2596320"/>
              <a:ext cx="572040" cy="495720"/>
            </a:xfrm>
            <a:custGeom>
              <a:rect b="b" l="l" r="r" t="t"/>
              <a:pathLst>
                <a:path extrusionOk="0" h="12964" w="14961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lnTo>
                    <a:pt x="3066" y="12071"/>
                  </a:lnTo>
                  <a:lnTo>
                    <a:pt x="4629" y="12964"/>
                  </a:lnTo>
                  <a:cubicBezTo>
                    <a:pt x="4629" y="12964"/>
                    <a:pt x="10332" y="8803"/>
                    <a:pt x="11916" y="7098"/>
                  </a:cubicBezTo>
                  <a:cubicBezTo>
                    <a:pt x="13479" y="5413"/>
                    <a:pt x="14960" y="2084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1319760" y="2705400"/>
              <a:ext cx="1179360" cy="954720"/>
            </a:xfrm>
            <a:custGeom>
              <a:rect b="b" l="l" r="r" t="t"/>
              <a:pathLst>
                <a:path extrusionOk="0" h="24967" w="30833">
                  <a:moveTo>
                    <a:pt x="30772" y="1"/>
                  </a:moveTo>
                  <a:lnTo>
                    <a:pt x="30772" y="1"/>
                  </a:lnTo>
                  <a:cubicBezTo>
                    <a:pt x="30163" y="1198"/>
                    <a:pt x="28965" y="3086"/>
                    <a:pt x="26976" y="4527"/>
                  </a:cubicBezTo>
                  <a:cubicBezTo>
                    <a:pt x="23850" y="6780"/>
                    <a:pt x="22389" y="7511"/>
                    <a:pt x="22389" y="7511"/>
                  </a:cubicBezTo>
                  <a:lnTo>
                    <a:pt x="21678" y="5664"/>
                  </a:lnTo>
                  <a:lnTo>
                    <a:pt x="16401" y="9317"/>
                  </a:lnTo>
                  <a:lnTo>
                    <a:pt x="17862" y="10596"/>
                  </a:lnTo>
                  <a:lnTo>
                    <a:pt x="5846" y="19385"/>
                  </a:lnTo>
                  <a:cubicBezTo>
                    <a:pt x="5846" y="19385"/>
                    <a:pt x="5197" y="17741"/>
                    <a:pt x="4547" y="16624"/>
                  </a:cubicBezTo>
                  <a:cubicBezTo>
                    <a:pt x="4515" y="16566"/>
                    <a:pt x="4461" y="16539"/>
                    <a:pt x="4388" y="16539"/>
                  </a:cubicBezTo>
                  <a:cubicBezTo>
                    <a:pt x="3770" y="16539"/>
                    <a:pt x="1780" y="18516"/>
                    <a:pt x="0" y="20785"/>
                  </a:cubicBezTo>
                  <a:lnTo>
                    <a:pt x="2355" y="24967"/>
                  </a:lnTo>
                  <a:cubicBezTo>
                    <a:pt x="2355" y="24967"/>
                    <a:pt x="19142" y="11529"/>
                    <a:pt x="19242" y="11529"/>
                  </a:cubicBezTo>
                  <a:cubicBezTo>
                    <a:pt x="19242" y="11529"/>
                    <a:pt x="19243" y="11529"/>
                    <a:pt x="19243" y="11530"/>
                  </a:cubicBezTo>
                  <a:cubicBezTo>
                    <a:pt x="19243" y="11531"/>
                    <a:pt x="19243" y="11532"/>
                    <a:pt x="19243" y="11532"/>
                  </a:cubicBezTo>
                  <a:cubicBezTo>
                    <a:pt x="19255" y="11532"/>
                    <a:pt x="19527" y="9743"/>
                    <a:pt x="19527" y="9743"/>
                  </a:cubicBezTo>
                  <a:lnTo>
                    <a:pt x="19466" y="9642"/>
                  </a:lnTo>
                  <a:cubicBezTo>
                    <a:pt x="19730" y="9540"/>
                    <a:pt x="19973" y="9419"/>
                    <a:pt x="20176" y="9277"/>
                  </a:cubicBezTo>
                  <a:lnTo>
                    <a:pt x="21638" y="10109"/>
                  </a:lnTo>
                  <a:cubicBezTo>
                    <a:pt x="21638" y="10109"/>
                    <a:pt x="27341" y="5948"/>
                    <a:pt x="28925" y="4243"/>
                  </a:cubicBezTo>
                  <a:cubicBezTo>
                    <a:pt x="29899" y="3208"/>
                    <a:pt x="30833" y="1543"/>
                    <a:pt x="307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1397520" y="3120120"/>
              <a:ext cx="662760" cy="540000"/>
            </a:xfrm>
            <a:custGeom>
              <a:rect b="b" l="l" r="r" t="t"/>
              <a:pathLst>
                <a:path extrusionOk="0" h="14128" w="17335">
                  <a:moveTo>
                    <a:pt x="17334" y="0"/>
                  </a:moveTo>
                  <a:lnTo>
                    <a:pt x="0" y="13194"/>
                  </a:lnTo>
                  <a:lnTo>
                    <a:pt x="325" y="14128"/>
                  </a:lnTo>
                  <a:lnTo>
                    <a:pt x="17213" y="691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1002240" y="3190320"/>
              <a:ext cx="514440" cy="514440"/>
            </a:xfrm>
            <a:custGeom>
              <a:rect b="b" l="l" r="r" t="t"/>
              <a:pathLst>
                <a:path extrusionOk="0" h="13458" w="13459">
                  <a:moveTo>
                    <a:pt x="6719" y="0"/>
                  </a:moveTo>
                  <a:cubicBezTo>
                    <a:pt x="3005" y="0"/>
                    <a:pt x="1" y="3004"/>
                    <a:pt x="1" y="6719"/>
                  </a:cubicBezTo>
                  <a:cubicBezTo>
                    <a:pt x="1" y="10433"/>
                    <a:pt x="3005" y="13458"/>
                    <a:pt x="6719" y="13458"/>
                  </a:cubicBezTo>
                  <a:cubicBezTo>
                    <a:pt x="10434" y="13458"/>
                    <a:pt x="13458" y="10433"/>
                    <a:pt x="13458" y="6719"/>
                  </a:cubicBezTo>
                  <a:cubicBezTo>
                    <a:pt x="13458" y="3004"/>
                    <a:pt x="10434" y="0"/>
                    <a:pt x="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1884240" y="2815920"/>
              <a:ext cx="266760" cy="266760"/>
            </a:xfrm>
            <a:custGeom>
              <a:rect b="b" l="l" r="r" t="t"/>
              <a:pathLst>
                <a:path extrusionOk="0" h="6984" w="6984">
                  <a:moveTo>
                    <a:pt x="3492" y="1"/>
                  </a:moveTo>
                  <a:cubicBezTo>
                    <a:pt x="1564" y="1"/>
                    <a:pt x="1" y="1564"/>
                    <a:pt x="1" y="3492"/>
                  </a:cubicBezTo>
                  <a:cubicBezTo>
                    <a:pt x="1" y="5420"/>
                    <a:pt x="1564" y="6983"/>
                    <a:pt x="3492" y="6983"/>
                  </a:cubicBezTo>
                  <a:cubicBezTo>
                    <a:pt x="5420" y="6983"/>
                    <a:pt x="6983" y="5420"/>
                    <a:pt x="6983" y="3492"/>
                  </a:cubicBezTo>
                  <a:cubicBezTo>
                    <a:pt x="6983" y="1564"/>
                    <a:pt x="5420" y="1"/>
                    <a:pt x="3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1908360" y="2829960"/>
              <a:ext cx="228600" cy="182880"/>
            </a:xfrm>
            <a:custGeom>
              <a:rect b="b" l="l" r="r" t="t"/>
              <a:pathLst>
                <a:path extrusionOk="0" h="4791" w="5988">
                  <a:moveTo>
                    <a:pt x="2862" y="0"/>
                  </a:moveTo>
                  <a:cubicBezTo>
                    <a:pt x="1583" y="0"/>
                    <a:pt x="467" y="772"/>
                    <a:pt x="0" y="1888"/>
                  </a:cubicBezTo>
                  <a:cubicBezTo>
                    <a:pt x="548" y="1015"/>
                    <a:pt x="1522" y="426"/>
                    <a:pt x="2639" y="426"/>
                  </a:cubicBezTo>
                  <a:cubicBezTo>
                    <a:pt x="4364" y="426"/>
                    <a:pt x="5765" y="1827"/>
                    <a:pt x="5765" y="3552"/>
                  </a:cubicBezTo>
                  <a:cubicBezTo>
                    <a:pt x="5765" y="3999"/>
                    <a:pt x="5663" y="4405"/>
                    <a:pt x="5501" y="4790"/>
                  </a:cubicBezTo>
                  <a:cubicBezTo>
                    <a:pt x="5805" y="4303"/>
                    <a:pt x="5988" y="3735"/>
                    <a:pt x="5988" y="3126"/>
                  </a:cubicBezTo>
                  <a:cubicBezTo>
                    <a:pt x="5988" y="1401"/>
                    <a:pt x="4587" y="0"/>
                    <a:pt x="2862" y="0"/>
                  </a:cubicBezTo>
                  <a:close/>
                </a:path>
              </a:pathLst>
            </a:custGeom>
            <a:solidFill>
              <a:srgbClr val="728A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1054800" y="3222720"/>
              <a:ext cx="427680" cy="342000"/>
            </a:xfrm>
            <a:custGeom>
              <a:rect b="b" l="l" r="r" t="t"/>
              <a:pathLst>
                <a:path extrusionOk="0" h="8952" w="11185">
                  <a:moveTo>
                    <a:pt x="5360" y="1"/>
                  </a:moveTo>
                  <a:cubicBezTo>
                    <a:pt x="2964" y="1"/>
                    <a:pt x="894" y="1462"/>
                    <a:pt x="1" y="3533"/>
                  </a:cubicBezTo>
                  <a:cubicBezTo>
                    <a:pt x="1036" y="1909"/>
                    <a:pt x="2863" y="813"/>
                    <a:pt x="4933" y="813"/>
                  </a:cubicBezTo>
                  <a:cubicBezTo>
                    <a:pt x="8140" y="813"/>
                    <a:pt x="10759" y="3431"/>
                    <a:pt x="10759" y="6638"/>
                  </a:cubicBezTo>
                  <a:cubicBezTo>
                    <a:pt x="10759" y="7470"/>
                    <a:pt x="10596" y="8242"/>
                    <a:pt x="10292" y="8952"/>
                  </a:cubicBezTo>
                  <a:cubicBezTo>
                    <a:pt x="10860" y="8059"/>
                    <a:pt x="11185" y="6983"/>
                    <a:pt x="11185" y="5846"/>
                  </a:cubicBezTo>
                  <a:cubicBezTo>
                    <a:pt x="11185" y="2619"/>
                    <a:pt x="8587" y="1"/>
                    <a:pt x="53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678960" y="2938680"/>
              <a:ext cx="814320" cy="1063440"/>
            </a:xfrm>
            <a:custGeom>
              <a:rect b="b" l="l" r="r" t="t"/>
              <a:pathLst>
                <a:path extrusionOk="0" h="27809" w="21294">
                  <a:moveTo>
                    <a:pt x="15813" y="1"/>
                  </a:moveTo>
                  <a:cubicBezTo>
                    <a:pt x="7105" y="1"/>
                    <a:pt x="1" y="7085"/>
                    <a:pt x="1" y="15813"/>
                  </a:cubicBezTo>
                  <a:cubicBezTo>
                    <a:pt x="1" y="20603"/>
                    <a:pt x="2152" y="24886"/>
                    <a:pt x="5522" y="27809"/>
                  </a:cubicBezTo>
                  <a:cubicBezTo>
                    <a:pt x="5765" y="27727"/>
                    <a:pt x="6009" y="27626"/>
                    <a:pt x="6273" y="27545"/>
                  </a:cubicBezTo>
                  <a:cubicBezTo>
                    <a:pt x="2863" y="24764"/>
                    <a:pt x="691" y="20542"/>
                    <a:pt x="691" y="15813"/>
                  </a:cubicBezTo>
                  <a:cubicBezTo>
                    <a:pt x="691" y="7450"/>
                    <a:pt x="7470" y="671"/>
                    <a:pt x="15813" y="671"/>
                  </a:cubicBezTo>
                  <a:cubicBezTo>
                    <a:pt x="17761" y="671"/>
                    <a:pt x="19608" y="1036"/>
                    <a:pt x="21293" y="1706"/>
                  </a:cubicBezTo>
                  <a:lnTo>
                    <a:pt x="21253" y="1604"/>
                  </a:lnTo>
                  <a:lnTo>
                    <a:pt x="21171" y="935"/>
                  </a:lnTo>
                  <a:cubicBezTo>
                    <a:pt x="19507" y="326"/>
                    <a:pt x="17700" y="1"/>
                    <a:pt x="15813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72360" y="3889800"/>
              <a:ext cx="533160" cy="1223640"/>
            </a:xfrm>
            <a:custGeom>
              <a:rect b="b" l="l" r="r" t="t"/>
              <a:pathLst>
                <a:path extrusionOk="0" h="31990" w="13945">
                  <a:moveTo>
                    <a:pt x="13945" y="0"/>
                  </a:moveTo>
                  <a:lnTo>
                    <a:pt x="0" y="31989"/>
                  </a:lnTo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1366200" y="2044800"/>
              <a:ext cx="511560" cy="564840"/>
            </a:xfrm>
            <a:custGeom>
              <a:rect b="b" l="l" r="r" t="t"/>
              <a:pathLst>
                <a:path extrusionOk="0" h="14777" w="13377">
                  <a:moveTo>
                    <a:pt x="0" y="14777"/>
                  </a:moveTo>
                  <a:lnTo>
                    <a:pt x="13376" y="0"/>
                  </a:lnTo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1908360" y="1700640"/>
              <a:ext cx="540000" cy="323640"/>
            </a:xfrm>
            <a:custGeom>
              <a:rect b="b" l="l" r="r" t="t"/>
              <a:pathLst>
                <a:path extrusionOk="0" h="8465" w="14128">
                  <a:moveTo>
                    <a:pt x="0" y="8465"/>
                  </a:moveTo>
                  <a:lnTo>
                    <a:pt x="14127" y="1"/>
                  </a:lnTo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2467440" y="1515960"/>
              <a:ext cx="498240" cy="185400"/>
            </a:xfrm>
            <a:custGeom>
              <a:rect b="b" l="l" r="r" t="t"/>
              <a:pathLst>
                <a:path extrusionOk="0" h="4852" w="13032">
                  <a:moveTo>
                    <a:pt x="13031" y="1"/>
                  </a:moveTo>
                  <a:lnTo>
                    <a:pt x="0" y="4243"/>
                  </a:lnTo>
                  <a:lnTo>
                    <a:pt x="305" y="4852"/>
                  </a:lnTo>
                  <a:lnTo>
                    <a:pt x="12808" y="772"/>
                  </a:lnTo>
                  <a:cubicBezTo>
                    <a:pt x="12910" y="528"/>
                    <a:pt x="12971" y="265"/>
                    <a:pt x="1303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241920" y="3948840"/>
              <a:ext cx="551160" cy="1380600"/>
            </a:xfrm>
            <a:custGeom>
              <a:rect b="b" l="l" r="r" t="t"/>
              <a:pathLst>
                <a:path extrusionOk="0" h="36090" w="14412">
                  <a:moveTo>
                    <a:pt x="11428" y="0"/>
                  </a:moveTo>
                  <a:lnTo>
                    <a:pt x="0" y="33735"/>
                  </a:lnTo>
                  <a:lnTo>
                    <a:pt x="6394" y="36089"/>
                  </a:lnTo>
                  <a:lnTo>
                    <a:pt x="14412" y="2375"/>
                  </a:lnTo>
                  <a:lnTo>
                    <a:pt x="11428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2237760" y="3016800"/>
              <a:ext cx="474840" cy="496800"/>
            </a:xfrm>
            <a:custGeom>
              <a:rect b="b" l="l" r="r" t="t"/>
              <a:pathLst>
                <a:path extrusionOk="0" h="12992" w="12423">
                  <a:moveTo>
                    <a:pt x="11286" y="1"/>
                  </a:moveTo>
                  <a:lnTo>
                    <a:pt x="0" y="12991"/>
                  </a:lnTo>
                  <a:cubicBezTo>
                    <a:pt x="3025" y="11286"/>
                    <a:pt x="12422" y="2457"/>
                    <a:pt x="12422" y="2457"/>
                  </a:cubicBezTo>
                  <a:lnTo>
                    <a:pt x="1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2114280" y="2987640"/>
              <a:ext cx="434520" cy="260280"/>
            </a:xfrm>
            <a:custGeom>
              <a:rect b="b" l="l" r="r" t="t"/>
              <a:pathLst>
                <a:path extrusionOk="0" h="6808" w="11368">
                  <a:moveTo>
                    <a:pt x="11368" y="1"/>
                  </a:moveTo>
                  <a:lnTo>
                    <a:pt x="1" y="5176"/>
                  </a:lnTo>
                  <a:cubicBezTo>
                    <a:pt x="298" y="6128"/>
                    <a:pt x="835" y="6807"/>
                    <a:pt x="1437" y="6807"/>
                  </a:cubicBezTo>
                  <a:cubicBezTo>
                    <a:pt x="1656" y="6807"/>
                    <a:pt x="1884" y="6717"/>
                    <a:pt x="2112" y="6516"/>
                  </a:cubicBezTo>
                  <a:cubicBezTo>
                    <a:pt x="3512" y="5319"/>
                    <a:pt x="9724" y="934"/>
                    <a:pt x="11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2497680" y="2568240"/>
              <a:ext cx="139320" cy="310320"/>
            </a:xfrm>
            <a:custGeom>
              <a:rect b="b" l="l" r="r" t="t"/>
              <a:pathLst>
                <a:path extrusionOk="0" h="8120" w="3655">
                  <a:moveTo>
                    <a:pt x="1" y="1"/>
                  </a:moveTo>
                  <a:lnTo>
                    <a:pt x="1625" y="1747"/>
                  </a:lnTo>
                  <a:lnTo>
                    <a:pt x="2741" y="5684"/>
                  </a:lnTo>
                  <a:lnTo>
                    <a:pt x="1726" y="8120"/>
                  </a:lnTo>
                  <a:lnTo>
                    <a:pt x="3655" y="6395"/>
                  </a:lnTo>
                  <a:lnTo>
                    <a:pt x="2416" y="14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962000" y="1738080"/>
              <a:ext cx="506880" cy="368640"/>
            </a:xfrm>
            <a:custGeom>
              <a:rect b="b" l="l" r="r" t="t"/>
              <a:pathLst>
                <a:path extrusionOk="0" h="9643" w="13255">
                  <a:moveTo>
                    <a:pt x="13255" y="1"/>
                  </a:moveTo>
                  <a:lnTo>
                    <a:pt x="1" y="9236"/>
                  </a:lnTo>
                  <a:lnTo>
                    <a:pt x="2375" y="9642"/>
                  </a:lnTo>
                  <a:lnTo>
                    <a:pt x="12971" y="2477"/>
                  </a:lnTo>
                  <a:lnTo>
                    <a:pt x="13255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1453320" y="2110680"/>
              <a:ext cx="476640" cy="582120"/>
            </a:xfrm>
            <a:custGeom>
              <a:rect b="b" l="l" r="r" t="t"/>
              <a:pathLst>
                <a:path extrusionOk="0" h="15224" w="12464">
                  <a:moveTo>
                    <a:pt x="12463" y="1"/>
                  </a:moveTo>
                  <a:lnTo>
                    <a:pt x="1" y="15224"/>
                  </a:lnTo>
                  <a:lnTo>
                    <a:pt x="1300" y="15224"/>
                  </a:lnTo>
                  <a:lnTo>
                    <a:pt x="12463" y="2700"/>
                  </a:lnTo>
                  <a:lnTo>
                    <a:pt x="12463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2494800" y="1577880"/>
              <a:ext cx="449280" cy="207000"/>
            </a:xfrm>
            <a:custGeom>
              <a:rect b="b" l="l" r="r" t="t"/>
              <a:pathLst>
                <a:path extrusionOk="0" h="5420" w="11754">
                  <a:moveTo>
                    <a:pt x="11753" y="0"/>
                  </a:moveTo>
                  <a:lnTo>
                    <a:pt x="11753" y="0"/>
                  </a:lnTo>
                  <a:cubicBezTo>
                    <a:pt x="11733" y="0"/>
                    <a:pt x="9784" y="995"/>
                    <a:pt x="7206" y="1929"/>
                  </a:cubicBezTo>
                  <a:cubicBezTo>
                    <a:pt x="4629" y="2842"/>
                    <a:pt x="1" y="4060"/>
                    <a:pt x="1" y="4060"/>
                  </a:cubicBezTo>
                  <a:lnTo>
                    <a:pt x="1706" y="5420"/>
                  </a:lnTo>
                  <a:lnTo>
                    <a:pt x="7836" y="3370"/>
                  </a:lnTo>
                  <a:cubicBezTo>
                    <a:pt x="9561" y="2802"/>
                    <a:pt x="10941" y="1563"/>
                    <a:pt x="11753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2431080" y="3092400"/>
              <a:ext cx="281520" cy="271440"/>
            </a:xfrm>
            <a:custGeom>
              <a:rect b="b" l="l" r="r" t="t"/>
              <a:pathLst>
                <a:path extrusionOk="0" h="7105" w="7369">
                  <a:moveTo>
                    <a:pt x="7145" y="1"/>
                  </a:moveTo>
                  <a:lnTo>
                    <a:pt x="0" y="7105"/>
                  </a:lnTo>
                  <a:cubicBezTo>
                    <a:pt x="3552" y="4060"/>
                    <a:pt x="7368" y="488"/>
                    <a:pt x="7368" y="488"/>
                  </a:cubicBezTo>
                  <a:lnTo>
                    <a:pt x="71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2739240" y="2964960"/>
              <a:ext cx="30600" cy="106200"/>
            </a:xfrm>
            <a:custGeom>
              <a:rect b="b" l="l" r="r" t="t"/>
              <a:pathLst>
                <a:path extrusionOk="0" h="2782" w="813">
                  <a:moveTo>
                    <a:pt x="264" y="1"/>
                  </a:moveTo>
                  <a:lnTo>
                    <a:pt x="1" y="143"/>
                  </a:lnTo>
                  <a:cubicBezTo>
                    <a:pt x="346" y="590"/>
                    <a:pt x="569" y="1158"/>
                    <a:pt x="569" y="1767"/>
                  </a:cubicBezTo>
                  <a:cubicBezTo>
                    <a:pt x="569" y="2132"/>
                    <a:pt x="488" y="2477"/>
                    <a:pt x="366" y="2782"/>
                  </a:cubicBezTo>
                  <a:cubicBezTo>
                    <a:pt x="650" y="2416"/>
                    <a:pt x="812" y="1950"/>
                    <a:pt x="812" y="1442"/>
                  </a:cubicBezTo>
                  <a:cubicBezTo>
                    <a:pt x="812" y="894"/>
                    <a:pt x="609" y="387"/>
                    <a:pt x="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2482200" y="1417680"/>
              <a:ext cx="478800" cy="80280"/>
            </a:xfrm>
            <a:custGeom>
              <a:rect b="b" l="l" r="r" t="t"/>
              <a:pathLst>
                <a:path extrusionOk="0" h="2103" w="12524">
                  <a:moveTo>
                    <a:pt x="11066" y="1"/>
                  </a:moveTo>
                  <a:cubicBezTo>
                    <a:pt x="10958" y="1"/>
                    <a:pt x="10848" y="11"/>
                    <a:pt x="10737" y="32"/>
                  </a:cubicBezTo>
                  <a:lnTo>
                    <a:pt x="0" y="2103"/>
                  </a:lnTo>
                  <a:lnTo>
                    <a:pt x="0" y="2103"/>
                  </a:lnTo>
                  <a:lnTo>
                    <a:pt x="12524" y="824"/>
                  </a:lnTo>
                  <a:cubicBezTo>
                    <a:pt x="12214" y="325"/>
                    <a:pt x="11670" y="1"/>
                    <a:pt x="1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1809000" y="1558440"/>
              <a:ext cx="573480" cy="343080"/>
            </a:xfrm>
            <a:custGeom>
              <a:rect b="b" l="l" r="r" t="t"/>
              <a:pathLst>
                <a:path extrusionOk="0" h="8972" w="15001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996" y="7165"/>
                  </a:lnTo>
                  <a:lnTo>
                    <a:pt x="12586" y="1116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1215720" y="1918080"/>
              <a:ext cx="565200" cy="574560"/>
            </a:xfrm>
            <a:custGeom>
              <a:rect b="b" l="l" r="r" t="t"/>
              <a:pathLst>
                <a:path extrusionOk="0" h="15022" w="14778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1198" y="10901"/>
                  </a:lnTo>
                  <a:lnTo>
                    <a:pt x="12382" y="1198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727200" y="2481120"/>
              <a:ext cx="478800" cy="404280"/>
            </a:xfrm>
            <a:custGeom>
              <a:rect b="b" l="l" r="r" t="t"/>
              <a:pathLst>
                <a:path extrusionOk="0" h="10572" w="12525">
                  <a:moveTo>
                    <a:pt x="8238" y="0"/>
                  </a:moveTo>
                  <a:cubicBezTo>
                    <a:pt x="8024" y="0"/>
                    <a:pt x="7832" y="24"/>
                    <a:pt x="7673" y="78"/>
                  </a:cubicBezTo>
                  <a:cubicBezTo>
                    <a:pt x="6130" y="606"/>
                    <a:pt x="4385" y="1275"/>
                    <a:pt x="3979" y="1742"/>
                  </a:cubicBezTo>
                  <a:cubicBezTo>
                    <a:pt x="3207" y="2574"/>
                    <a:pt x="3045" y="4949"/>
                    <a:pt x="1726" y="6634"/>
                  </a:cubicBezTo>
                  <a:cubicBezTo>
                    <a:pt x="1482" y="6959"/>
                    <a:pt x="853" y="7730"/>
                    <a:pt x="0" y="8785"/>
                  </a:cubicBezTo>
                  <a:lnTo>
                    <a:pt x="528" y="10572"/>
                  </a:lnTo>
                  <a:lnTo>
                    <a:pt x="1401" y="8664"/>
                  </a:lnTo>
                  <a:cubicBezTo>
                    <a:pt x="1401" y="8664"/>
                    <a:pt x="4080" y="6269"/>
                    <a:pt x="4364" y="4726"/>
                  </a:cubicBezTo>
                  <a:cubicBezTo>
                    <a:pt x="4649" y="3183"/>
                    <a:pt x="5095" y="2716"/>
                    <a:pt x="6902" y="1539"/>
                  </a:cubicBezTo>
                  <a:cubicBezTo>
                    <a:pt x="7619" y="1072"/>
                    <a:pt x="8654" y="931"/>
                    <a:pt x="9641" y="931"/>
                  </a:cubicBezTo>
                  <a:cubicBezTo>
                    <a:pt x="11138" y="931"/>
                    <a:pt x="12524" y="1255"/>
                    <a:pt x="12524" y="1255"/>
                  </a:cubicBezTo>
                  <a:cubicBezTo>
                    <a:pt x="12524" y="1255"/>
                    <a:pt x="9794" y="0"/>
                    <a:pt x="8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368280" y="2801880"/>
              <a:ext cx="378720" cy="452520"/>
            </a:xfrm>
            <a:custGeom>
              <a:rect b="b" l="l" r="r" t="t"/>
              <a:pathLst>
                <a:path extrusionOk="0" h="11834" w="9907">
                  <a:moveTo>
                    <a:pt x="9703" y="0"/>
                  </a:moveTo>
                  <a:cubicBezTo>
                    <a:pt x="9520" y="203"/>
                    <a:pt x="9338" y="447"/>
                    <a:pt x="9135" y="691"/>
                  </a:cubicBezTo>
                  <a:cubicBezTo>
                    <a:pt x="9196" y="1117"/>
                    <a:pt x="9236" y="1563"/>
                    <a:pt x="9236" y="2010"/>
                  </a:cubicBezTo>
                  <a:cubicBezTo>
                    <a:pt x="9236" y="6902"/>
                    <a:pt x="5380" y="10900"/>
                    <a:pt x="569" y="11144"/>
                  </a:cubicBezTo>
                  <a:cubicBezTo>
                    <a:pt x="366" y="11387"/>
                    <a:pt x="184" y="11611"/>
                    <a:pt x="1" y="11834"/>
                  </a:cubicBezTo>
                  <a:lnTo>
                    <a:pt x="82" y="11834"/>
                  </a:lnTo>
                  <a:cubicBezTo>
                    <a:pt x="5502" y="11834"/>
                    <a:pt x="9906" y="7429"/>
                    <a:pt x="9906" y="2010"/>
                  </a:cubicBezTo>
                  <a:cubicBezTo>
                    <a:pt x="9906" y="1320"/>
                    <a:pt x="9845" y="650"/>
                    <a:pt x="9703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1880" y="4009320"/>
              <a:ext cx="151200" cy="668160"/>
            </a:xfrm>
            <a:custGeom>
              <a:rect b="b" l="l" r="r" t="t"/>
              <a:pathLst>
                <a:path extrusionOk="0" h="17477" w="3959">
                  <a:moveTo>
                    <a:pt x="2984" y="0"/>
                  </a:moveTo>
                  <a:lnTo>
                    <a:pt x="1" y="17476"/>
                  </a:lnTo>
                  <a:lnTo>
                    <a:pt x="3959" y="792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776880" y="3972960"/>
              <a:ext cx="90720" cy="54000"/>
            </a:xfrm>
            <a:custGeom>
              <a:rect b="b" l="l" r="r" t="t"/>
              <a:pathLst>
                <a:path extrusionOk="0" h="1422" w="2376">
                  <a:moveTo>
                    <a:pt x="975" y="0"/>
                  </a:moveTo>
                  <a:lnTo>
                    <a:pt x="0" y="609"/>
                  </a:lnTo>
                  <a:lnTo>
                    <a:pt x="975" y="1421"/>
                  </a:lnTo>
                  <a:lnTo>
                    <a:pt x="2375" y="954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957960" y="2305800"/>
              <a:ext cx="200880" cy="155880"/>
            </a:xfrm>
            <a:custGeom>
              <a:rect b="b" l="l" r="r" t="t"/>
              <a:pathLst>
                <a:path extrusionOk="0" h="4081" w="5258">
                  <a:moveTo>
                    <a:pt x="4974" y="0"/>
                  </a:moveTo>
                  <a:cubicBezTo>
                    <a:pt x="2497" y="0"/>
                    <a:pt x="468" y="1746"/>
                    <a:pt x="1" y="4080"/>
                  </a:cubicBezTo>
                  <a:cubicBezTo>
                    <a:pt x="853" y="2192"/>
                    <a:pt x="2761" y="873"/>
                    <a:pt x="4974" y="873"/>
                  </a:cubicBezTo>
                  <a:lnTo>
                    <a:pt x="5055" y="873"/>
                  </a:lnTo>
                  <a:lnTo>
                    <a:pt x="5258" y="21"/>
                  </a:lnTo>
                  <a:cubicBezTo>
                    <a:pt x="5156" y="0"/>
                    <a:pt x="5075" y="0"/>
                    <a:pt x="49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100" lIns="91425" spcFirstLastPara="1" rIns="91425" wrap="square" tIns="7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241920" y="3272400"/>
              <a:ext cx="149400" cy="287640"/>
            </a:xfrm>
            <a:custGeom>
              <a:rect b="b" l="l" r="r" t="t"/>
              <a:pathLst>
                <a:path extrusionOk="0" h="7532" w="3918">
                  <a:moveTo>
                    <a:pt x="2923" y="1"/>
                  </a:moveTo>
                  <a:lnTo>
                    <a:pt x="0" y="3553"/>
                  </a:lnTo>
                  <a:lnTo>
                    <a:pt x="427" y="7531"/>
                  </a:lnTo>
                  <a:lnTo>
                    <a:pt x="873" y="3979"/>
                  </a:lnTo>
                  <a:lnTo>
                    <a:pt x="3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-717120" y="3543480"/>
              <a:ext cx="958680" cy="1345680"/>
            </a:xfrm>
            <a:custGeom>
              <a:rect b="b" l="l" r="r" t="t"/>
              <a:pathLst>
                <a:path extrusionOk="0" h="35177" w="25069">
                  <a:moveTo>
                    <a:pt x="23242" y="1"/>
                  </a:moveTo>
                  <a:lnTo>
                    <a:pt x="1" y="35176"/>
                  </a:lnTo>
                  <a:lnTo>
                    <a:pt x="25068" y="1462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1970640" y="2596320"/>
              <a:ext cx="489600" cy="216000"/>
            </a:xfrm>
            <a:custGeom>
              <a:rect b="b" l="l" r="r" t="t"/>
              <a:pathLst>
                <a:path extrusionOk="0" h="5657" w="12809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cubicBezTo>
                    <a:pt x="1" y="5657"/>
                    <a:pt x="407" y="4621"/>
                    <a:pt x="549" y="4439"/>
                  </a:cubicBezTo>
                  <a:cubicBezTo>
                    <a:pt x="691" y="4256"/>
                    <a:pt x="4629" y="2754"/>
                    <a:pt x="7673" y="1414"/>
                  </a:cubicBezTo>
                  <a:cubicBezTo>
                    <a:pt x="9231" y="719"/>
                    <a:pt x="10538" y="549"/>
                    <a:pt x="11444" y="549"/>
                  </a:cubicBezTo>
                  <a:cubicBezTo>
                    <a:pt x="12310" y="549"/>
                    <a:pt x="12809" y="704"/>
                    <a:pt x="12809" y="704"/>
                  </a:cubicBezTo>
                  <a:cubicBezTo>
                    <a:pt x="12667" y="562"/>
                    <a:pt x="12525" y="460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1148040" y="2812680"/>
              <a:ext cx="790200" cy="384840"/>
            </a:xfrm>
            <a:custGeom>
              <a:rect b="b" l="l" r="r" t="t"/>
              <a:pathLst>
                <a:path extrusionOk="0" h="10069" w="20664">
                  <a:moveTo>
                    <a:pt x="19202" y="1"/>
                  </a:moveTo>
                  <a:lnTo>
                    <a:pt x="1" y="10068"/>
                  </a:lnTo>
                  <a:cubicBezTo>
                    <a:pt x="6" y="10068"/>
                    <a:pt x="11" y="10069"/>
                    <a:pt x="17" y="10069"/>
                  </a:cubicBezTo>
                  <a:cubicBezTo>
                    <a:pt x="1774" y="10069"/>
                    <a:pt x="19080" y="447"/>
                    <a:pt x="19080" y="447"/>
                  </a:cubicBezTo>
                  <a:lnTo>
                    <a:pt x="20664" y="447"/>
                  </a:lnTo>
                  <a:lnTo>
                    <a:pt x="20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2033280" y="1800720"/>
              <a:ext cx="428400" cy="305640"/>
            </a:xfrm>
            <a:custGeom>
              <a:rect b="b" l="l" r="r" t="t"/>
              <a:pathLst>
                <a:path extrusionOk="0" h="7999" w="11206">
                  <a:moveTo>
                    <a:pt x="11205" y="1"/>
                  </a:moveTo>
                  <a:lnTo>
                    <a:pt x="11205" y="1"/>
                  </a:lnTo>
                  <a:cubicBezTo>
                    <a:pt x="11144" y="21"/>
                    <a:pt x="11104" y="21"/>
                    <a:pt x="11104" y="21"/>
                  </a:cubicBezTo>
                  <a:lnTo>
                    <a:pt x="1" y="7917"/>
                  </a:lnTo>
                  <a:lnTo>
                    <a:pt x="508" y="7998"/>
                  </a:lnTo>
                  <a:lnTo>
                    <a:pt x="11104" y="833"/>
                  </a:lnTo>
                  <a:lnTo>
                    <a:pt x="11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1481400" y="2172240"/>
              <a:ext cx="448560" cy="520920"/>
            </a:xfrm>
            <a:custGeom>
              <a:rect b="b" l="l" r="r" t="t"/>
              <a:pathLst>
                <a:path extrusionOk="0" h="13620" w="11733">
                  <a:moveTo>
                    <a:pt x="11712" y="0"/>
                  </a:moveTo>
                  <a:lnTo>
                    <a:pt x="0" y="13620"/>
                  </a:lnTo>
                  <a:lnTo>
                    <a:pt x="569" y="13620"/>
                  </a:lnTo>
                  <a:lnTo>
                    <a:pt x="11732" y="1096"/>
                  </a:lnTo>
                  <a:lnTo>
                    <a:pt x="11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2546640" y="1621440"/>
              <a:ext cx="369360" cy="163440"/>
            </a:xfrm>
            <a:custGeom>
              <a:rect b="b" l="l" r="r" t="t"/>
              <a:pathLst>
                <a:path extrusionOk="0" h="4283" w="9663">
                  <a:moveTo>
                    <a:pt x="9662" y="0"/>
                  </a:moveTo>
                  <a:lnTo>
                    <a:pt x="9662" y="0"/>
                  </a:lnTo>
                  <a:cubicBezTo>
                    <a:pt x="9622" y="20"/>
                    <a:pt x="8445" y="792"/>
                    <a:pt x="6354" y="1746"/>
                  </a:cubicBezTo>
                  <a:cubicBezTo>
                    <a:pt x="5055" y="2355"/>
                    <a:pt x="2091" y="3329"/>
                    <a:pt x="1" y="3999"/>
                  </a:cubicBezTo>
                  <a:lnTo>
                    <a:pt x="346" y="4283"/>
                  </a:lnTo>
                  <a:lnTo>
                    <a:pt x="6476" y="2233"/>
                  </a:lnTo>
                  <a:cubicBezTo>
                    <a:pt x="7754" y="1807"/>
                    <a:pt x="8850" y="1015"/>
                    <a:pt x="9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1700" lIns="91425" spcFirstLastPara="1" rIns="91425" wrap="square" tIns="81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1689480" y="1808640"/>
              <a:ext cx="127800" cy="88200"/>
            </a:xfrm>
            <a:custGeom>
              <a:rect b="b" l="l" r="r" t="t"/>
              <a:pathLst>
                <a:path extrusionOk="0" h="2315" w="3350">
                  <a:moveTo>
                    <a:pt x="2476" y="1"/>
                  </a:moveTo>
                  <a:cubicBezTo>
                    <a:pt x="1157" y="1"/>
                    <a:pt x="81" y="1016"/>
                    <a:pt x="0" y="2315"/>
                  </a:cubicBezTo>
                  <a:cubicBezTo>
                    <a:pt x="284" y="1259"/>
                    <a:pt x="1259" y="488"/>
                    <a:pt x="2395" y="488"/>
                  </a:cubicBezTo>
                  <a:cubicBezTo>
                    <a:pt x="2659" y="488"/>
                    <a:pt x="2923" y="549"/>
                    <a:pt x="3167" y="630"/>
                  </a:cubicBezTo>
                  <a:lnTo>
                    <a:pt x="3349" y="163"/>
                  </a:lnTo>
                  <a:cubicBezTo>
                    <a:pt x="3065" y="62"/>
                    <a:pt x="2781" y="1"/>
                    <a:pt x="2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4275" lIns="91425" spcFirstLastPara="1" rIns="91425" wrap="square" tIns="4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2337120" y="1483200"/>
              <a:ext cx="127800" cy="37800"/>
            </a:xfrm>
            <a:custGeom>
              <a:rect b="b" l="l" r="r" t="t"/>
              <a:pathLst>
                <a:path extrusionOk="0" h="995" w="3350">
                  <a:moveTo>
                    <a:pt x="1990" y="0"/>
                  </a:moveTo>
                  <a:cubicBezTo>
                    <a:pt x="1178" y="0"/>
                    <a:pt x="467" y="386"/>
                    <a:pt x="0" y="995"/>
                  </a:cubicBezTo>
                  <a:cubicBezTo>
                    <a:pt x="427" y="670"/>
                    <a:pt x="954" y="487"/>
                    <a:pt x="1543" y="487"/>
                  </a:cubicBezTo>
                  <a:cubicBezTo>
                    <a:pt x="2010" y="487"/>
                    <a:pt x="2456" y="609"/>
                    <a:pt x="2842" y="832"/>
                  </a:cubicBezTo>
                  <a:cubicBezTo>
                    <a:pt x="2984" y="711"/>
                    <a:pt x="3167" y="569"/>
                    <a:pt x="3349" y="406"/>
                  </a:cubicBezTo>
                  <a:cubicBezTo>
                    <a:pt x="2964" y="163"/>
                    <a:pt x="2497" y="0"/>
                    <a:pt x="1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2128320" y="2750760"/>
              <a:ext cx="363240" cy="341280"/>
            </a:xfrm>
            <a:custGeom>
              <a:rect b="b" l="l" r="r" t="t"/>
              <a:pathLst>
                <a:path extrusionOk="0" h="8932" w="9500">
                  <a:moveTo>
                    <a:pt x="9500" y="1"/>
                  </a:moveTo>
                  <a:cubicBezTo>
                    <a:pt x="9500" y="1"/>
                    <a:pt x="7957" y="2558"/>
                    <a:pt x="6090" y="4081"/>
                  </a:cubicBezTo>
                  <a:cubicBezTo>
                    <a:pt x="4243" y="5603"/>
                    <a:pt x="0" y="8627"/>
                    <a:pt x="0" y="8627"/>
                  </a:cubicBezTo>
                  <a:lnTo>
                    <a:pt x="508" y="8932"/>
                  </a:lnTo>
                  <a:cubicBezTo>
                    <a:pt x="508" y="8932"/>
                    <a:pt x="6211" y="4771"/>
                    <a:pt x="7795" y="3066"/>
                  </a:cubicBezTo>
                  <a:cubicBezTo>
                    <a:pt x="8505" y="2294"/>
                    <a:pt x="9215" y="1178"/>
                    <a:pt x="9500" y="21"/>
                  </a:cubicBezTo>
                  <a:cubicBezTo>
                    <a:pt x="9500" y="21"/>
                    <a:pt x="9500" y="1"/>
                    <a:pt x="9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2252520" y="2949480"/>
              <a:ext cx="316440" cy="242640"/>
            </a:xfrm>
            <a:custGeom>
              <a:rect b="b" l="l" r="r" t="t"/>
              <a:pathLst>
                <a:path extrusionOk="0" h="6354" w="8277">
                  <a:moveTo>
                    <a:pt x="8140" y="0"/>
                  </a:moveTo>
                  <a:cubicBezTo>
                    <a:pt x="8140" y="0"/>
                    <a:pt x="1056" y="5014"/>
                    <a:pt x="1" y="6353"/>
                  </a:cubicBezTo>
                  <a:cubicBezTo>
                    <a:pt x="2763" y="4292"/>
                    <a:pt x="7774" y="810"/>
                    <a:pt x="8128" y="810"/>
                  </a:cubicBezTo>
                  <a:cubicBezTo>
                    <a:pt x="8133" y="810"/>
                    <a:pt x="8137" y="811"/>
                    <a:pt x="8140" y="812"/>
                  </a:cubicBezTo>
                  <a:cubicBezTo>
                    <a:pt x="8147" y="814"/>
                    <a:pt x="8153" y="815"/>
                    <a:pt x="8159" y="815"/>
                  </a:cubicBezTo>
                  <a:cubicBezTo>
                    <a:pt x="8277" y="815"/>
                    <a:pt x="8218" y="426"/>
                    <a:pt x="8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5" name="Google Shape;125;p6"/>
          <p:cNvGrpSpPr/>
          <p:nvPr/>
        </p:nvGrpSpPr>
        <p:grpSpPr>
          <a:xfrm>
            <a:off x="6779160" y="349560"/>
            <a:ext cx="912960" cy="370440"/>
            <a:chOff x="6779160" y="349560"/>
            <a:chExt cx="912960" cy="370440"/>
          </a:xfrm>
        </p:grpSpPr>
        <p:sp>
          <p:nvSpPr>
            <p:cNvPr id="126" name="Google Shape;126;p6"/>
            <p:cNvSpPr/>
            <p:nvPr/>
          </p:nvSpPr>
          <p:spPr>
            <a:xfrm>
              <a:off x="7203600" y="349560"/>
              <a:ext cx="488520" cy="370440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79160" y="349560"/>
              <a:ext cx="488520" cy="370440"/>
            </a:xfrm>
            <a:custGeom>
              <a:rect b="b" l="l" r="r" t="t"/>
              <a:pathLst>
                <a:path extrusionOk="0" h="14839" w="19548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>
            <a:off x="2085840" y="819000"/>
            <a:ext cx="1266480" cy="1266480"/>
          </a:xfrm>
          <a:prstGeom prst="rect">
            <a:avLst/>
          </a:prstGeom>
          <a:solidFill>
            <a:srgbClr val="6E79E4">
              <a:alpha val="36078"/>
            </a:srgbClr>
          </a:solidFill>
          <a:ln>
            <a:noFill/>
          </a:ln>
        </p:spPr>
        <p:txBody>
          <a:bodyPr anchorCtr="0" anchor="ctr" bIns="633225" lIns="870823075" spcFirstLastPara="1" rIns="870823075" wrap="square" tIns="633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6"/>
          <p:cNvGrpSpPr/>
          <p:nvPr/>
        </p:nvGrpSpPr>
        <p:grpSpPr>
          <a:xfrm>
            <a:off x="1735200" y="1051920"/>
            <a:ext cx="537120" cy="136080"/>
            <a:chOff x="1735200" y="1051920"/>
            <a:chExt cx="537120" cy="136080"/>
          </a:xfrm>
        </p:grpSpPr>
        <p:sp>
          <p:nvSpPr>
            <p:cNvPr id="130" name="Google Shape;130;p6"/>
            <p:cNvSpPr/>
            <p:nvPr/>
          </p:nvSpPr>
          <p:spPr>
            <a:xfrm flipH="1">
              <a:off x="1735200" y="1051920"/>
              <a:ext cx="82080" cy="136080"/>
            </a:xfrm>
            <a:custGeom>
              <a:rect b="b" l="l" r="r" t="t"/>
              <a:pathLst>
                <a:path extrusionOk="0" h="4203" w="2539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 flipH="1">
              <a:off x="1887120" y="1051920"/>
              <a:ext cx="82080" cy="136080"/>
            </a:xfrm>
            <a:custGeom>
              <a:rect b="b" l="l" r="r" t="t"/>
              <a:pathLst>
                <a:path extrusionOk="0" h="4203" w="2538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" name="Google Shape;132;p6"/>
            <p:cNvSpPr/>
            <p:nvPr/>
          </p:nvSpPr>
          <p:spPr>
            <a:xfrm flipH="1">
              <a:off x="2038680" y="1051920"/>
              <a:ext cx="82080" cy="136080"/>
            </a:xfrm>
            <a:custGeom>
              <a:rect b="b" l="l" r="r" t="t"/>
              <a:pathLst>
                <a:path extrusionOk="0" h="4203" w="2538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 flipH="1">
              <a:off x="2189520" y="1051920"/>
              <a:ext cx="82800" cy="136080"/>
            </a:xfrm>
            <a:custGeom>
              <a:rect b="b" l="l" r="r" t="t"/>
              <a:pathLst>
                <a:path extrusionOk="0" h="4203" w="2559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34" name="Google Shape;134;p6"/>
          <p:cNvCxnSpPr/>
          <p:nvPr/>
        </p:nvCxnSpPr>
        <p:spPr>
          <a:xfrm flipH="1" rot="10800000">
            <a:off x="3459240" y="3706920"/>
            <a:ext cx="4990680" cy="11880"/>
          </a:xfrm>
          <a:prstGeom prst="straightConnector1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6"/>
          <p:cNvSpPr/>
          <p:nvPr/>
        </p:nvSpPr>
        <p:spPr>
          <a:xfrm>
            <a:off x="3457440" y="762120"/>
            <a:ext cx="4657320" cy="5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995" u="none" cap="none" strike="noStrike">
                <a:solidFill>
                  <a:srgbClr val="6E79E4"/>
                </a:solidFill>
                <a:latin typeface="Bebas Neue"/>
                <a:ea typeface="Bebas Neue"/>
                <a:cs typeface="Bebas Neue"/>
                <a:sym typeface="Bebas Neue"/>
              </a:rPr>
              <a:t>AI Code Review</a:t>
            </a:r>
            <a:endParaRPr b="0" i="0" sz="399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457440" y="3838680"/>
            <a:ext cx="4657320" cy="76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C3C3B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Agente LangGraph para revisão automatizada de código Python, 100% local</a:t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723960" y="447840"/>
            <a:ext cx="770544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315" u="none" cap="none" strike="noStrike">
                <a:solidFill>
                  <a:srgbClr val="6E79E4"/>
                </a:solidFill>
                <a:latin typeface="Bebas Neue"/>
                <a:ea typeface="Bebas Neue"/>
                <a:cs typeface="Bebas Neue"/>
                <a:sym typeface="Bebas Neue"/>
              </a:rPr>
              <a:t>Revisão manual lenta</a:t>
            </a:r>
            <a:endParaRPr b="0" i="0" sz="331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238400" y="1305000"/>
            <a:ext cx="6686280" cy="3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Objetivo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Automatizar a análise dos arquivos Python alterados entre dois refs git e gerar um relatório técnico acionável — 100% local via Ollama (sem chaves de API, sem custo por token, semdados fora da máquina).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Entrada → Saída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- Entrada (CLI Typer): --repo, --base, --head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- Saída: relatório Markdown em reports/&lt;repo&gt;_&lt;timestamp&gt;.md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- Issues categorizadas (bug, security, performance, style, maintainability, test)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- Severidade (low → critical) e score por arquivo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- Priorização e recomendações agregadas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Stack: Python 3.12 · LangGraph · ChatOllama Qwen3 8B · Pydantic · Typer · uv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- Prompts: templates com prefixo /no_think desligam chain-of-thought do Qwen3 (menos latência)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- Guardas: sobrescrita de file_path (anti-alucinação); --diff-filter=ACMRT (exclui deleções); validações Pydantic (score ∈ [0,10], line ≥ 1)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Qualidade e documentação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25" u="none" cap="none" strike="noStrike">
                <a:solidFill>
                  <a:srgbClr val="19191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61 testes unitários · Docs em docs/{architecture,prompts,tasks}.md · GitHub com commits granulares por camada (models → tools → nodes → graph → cli)</a:t>
            </a:r>
            <a:endParaRPr b="0" i="0" sz="92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tificial Intelligence (AI) Startup Business Plan by Slidesgo">
  <a:themeElements>
    <a:clrScheme name="Simple Light">
      <a:dk1>
        <a:srgbClr val="191919"/>
      </a:dk1>
      <a:lt1>
        <a:srgbClr val="FFFFFF"/>
      </a:lt1>
      <a:dk2>
        <a:srgbClr val="C1C1C1"/>
      </a:dk2>
      <a:lt2>
        <a:srgbClr val="E7E7E7"/>
      </a:lt2>
      <a:accent1>
        <a:srgbClr val="6E79E4"/>
      </a:accent1>
      <a:accent2>
        <a:srgbClr val="3C3C3B"/>
      </a:accent2>
      <a:accent3>
        <a:srgbClr val="5C64B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